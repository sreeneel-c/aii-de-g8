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</p:embeddedFont>
    <p:embeddedFont>
      <p:font typeface="Roboto Slab" panose="020F0502020204030204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33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1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437A4-F816-85E9-8201-74CE1767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3684F-5220-5F36-8953-58B300FD3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F8645-C9F9-88AC-A90B-D9E794CE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95F37-D03C-7A29-BF24-73A51054B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4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2337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Disease Symptom Prediction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0436"/>
            <a:ext cx="3834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Team: GROUP-08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885492"/>
            <a:ext cx="3566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Faculty: Dr. Shadab Siddiqui &amp; Dr. Umarani</a:t>
            </a:r>
          </a:p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93790" y="5579983"/>
            <a:ext cx="1869638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5702379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2055" y="5647968"/>
            <a:ext cx="13252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AI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76776" y="5579983"/>
            <a:ext cx="885825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2864" y="5702379"/>
            <a:ext cx="181451" cy="181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85041" y="5647968"/>
            <a:ext cx="3414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775948" y="5579983"/>
            <a:ext cx="2258020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2037" y="5702379"/>
            <a:ext cx="181451" cy="1814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84213" y="5647968"/>
            <a:ext cx="171366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325" y="492919"/>
            <a:ext cx="11339632" cy="112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&amp; Motivation: Bridging the Healthcare Information Gap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325" y="2084070"/>
            <a:ext cx="5451038" cy="5451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1419" y="2043708"/>
            <a:ext cx="5451038" cy="1147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immediate, reliable health information is a critical challenge in modern healthcare. Individuals often face delays in obtaining preliminary guidance, leading to anxiety and potentially exacerbating conditions.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41419" y="3352324"/>
            <a:ext cx="5451038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accessible self-help healthcare tools for initial symptom evaluation.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1419" y="3988713"/>
            <a:ext cx="5451038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Difficulty in obtaining instant medical guidance without professional consultation.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1419" y="4625102"/>
            <a:ext cx="5451038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pressing need for a preliminary symptom assessment tool to inform and guide users before a doctor's visit.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EA9AA-89D6-D54A-8633-C12C731C6368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0889" y="530304"/>
            <a:ext cx="7795022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Works: An Intuitive Predictive System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889" y="2023824"/>
            <a:ext cx="963692" cy="14188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7224" y="2216468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Interaction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17224" y="2633305"/>
            <a:ext cx="6638687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engage with the system via a familiar chatbot interface, providing symptoms in natural language.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889" y="3442692"/>
            <a:ext cx="963692" cy="1418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7224" y="3635335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NLP Processing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7224" y="4052173"/>
            <a:ext cx="6638687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leverages Natural Language Processing to understand and extract key information from the user's input.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889" y="4861560"/>
            <a:ext cx="963692" cy="14188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7224" y="5054203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Prediction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17224" y="5471041"/>
            <a:ext cx="6638687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trained Machine Learning model analyzes the processed data to predict likely diseases or conditions.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889" y="6280428"/>
            <a:ext cx="963692" cy="14188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7224" y="6473071"/>
            <a:ext cx="249912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Preliminary Guidance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317224" y="6889909"/>
            <a:ext cx="6638687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chatbot provides a user-friendly response, offering predictive insights and recommendations.</a:t>
            </a:r>
            <a:endParaRPr lang="en-US" sz="15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2D429-084A-DBBA-2A7B-EF367C41F40C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2014" y="514112"/>
            <a:ext cx="5551289" cy="44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82014" y="1553051"/>
            <a:ext cx="5299948" cy="1120854"/>
          </a:xfrm>
          <a:prstGeom prst="roundRect">
            <a:avLst>
              <a:gd name="adj" fmla="val 6526"/>
            </a:avLst>
          </a:prstGeom>
          <a:solidFill>
            <a:srgbClr val="20273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14" y="1537811"/>
            <a:ext cx="5299948" cy="60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021" y="1338143"/>
            <a:ext cx="429935" cy="42993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5966" y="1467088"/>
            <a:ext cx="171926" cy="1719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940487" y="1911310"/>
            <a:ext cx="179177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Backend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2940487" y="2278499"/>
            <a:ext cx="498300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logic via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handling requests and orchestrating predictions.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2782014" y="3032046"/>
            <a:ext cx="5299948" cy="1350169"/>
          </a:xfrm>
          <a:prstGeom prst="roundRect">
            <a:avLst>
              <a:gd name="adj" fmla="val 5418"/>
            </a:avLst>
          </a:prstGeom>
          <a:solidFill>
            <a:srgbClr val="202733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14" y="3016806"/>
            <a:ext cx="5299948" cy="609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940487" y="3390305"/>
            <a:ext cx="179177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NLP Engine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2940487" y="3757493"/>
            <a:ext cx="4983004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Utilizing </a:t>
            </a: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spaCy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robust natural language understanding and entity extraction.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2782014" y="4740354"/>
            <a:ext cx="5299948" cy="1342549"/>
          </a:xfrm>
          <a:prstGeom prst="roundRect">
            <a:avLst>
              <a:gd name="adj" fmla="val 5449"/>
            </a:avLst>
          </a:prstGeom>
          <a:solidFill>
            <a:srgbClr val="202733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14" y="4725114"/>
            <a:ext cx="5299948" cy="6096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2940487" y="5098613"/>
            <a:ext cx="19791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Learning Core</a:t>
            </a:r>
            <a:endParaRPr lang="en-US" sz="1400" dirty="0"/>
          </a:p>
        </p:txBody>
      </p:sp>
      <p:sp>
        <p:nvSpPr>
          <p:cNvPr id="20" name="Text 9"/>
          <p:cNvSpPr/>
          <p:nvPr/>
        </p:nvSpPr>
        <p:spPr>
          <a:xfrm>
            <a:off x="2940487" y="5465802"/>
            <a:ext cx="4983004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 prediction powered by a pre-trained model on a curated symptom-disease dataset.</a:t>
            </a:r>
            <a:endParaRPr lang="en-US" sz="1100" dirty="0"/>
          </a:p>
        </p:txBody>
      </p:sp>
      <p:sp>
        <p:nvSpPr>
          <p:cNvPr id="21" name="Shape 10"/>
          <p:cNvSpPr/>
          <p:nvPr/>
        </p:nvSpPr>
        <p:spPr>
          <a:xfrm>
            <a:off x="2782014" y="6441043"/>
            <a:ext cx="5299948" cy="1113234"/>
          </a:xfrm>
          <a:prstGeom prst="roundRect">
            <a:avLst>
              <a:gd name="adj" fmla="val 6571"/>
            </a:avLst>
          </a:prstGeom>
          <a:solidFill>
            <a:srgbClr val="202733"/>
          </a:solidFill>
          <a:ln/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14" y="6425803"/>
            <a:ext cx="5299948" cy="6096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2940487" y="6799302"/>
            <a:ext cx="179177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 Chatbot UI</a:t>
            </a:r>
            <a:endParaRPr lang="en-US" sz="1400" dirty="0"/>
          </a:p>
        </p:txBody>
      </p:sp>
      <p:sp>
        <p:nvSpPr>
          <p:cNvPr id="26" name="Text 12"/>
          <p:cNvSpPr/>
          <p:nvPr/>
        </p:nvSpPr>
        <p:spPr>
          <a:xfrm>
            <a:off x="2940487" y="7166491"/>
            <a:ext cx="4983004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 and responsive interface for seamless user interaction.</a:t>
            </a:r>
            <a:endParaRPr lang="en-US" sz="11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1338143"/>
            <a:ext cx="3416737" cy="341673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7BBE365-A10D-7BBE-3288-3A09783A8873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9873"/>
            <a:ext cx="70700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&amp; Demo Flow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8814"/>
            <a:ext cx="7556421" cy="3694033"/>
          </a:xfrm>
          <a:prstGeom prst="roundRect">
            <a:avLst>
              <a:gd name="adj" fmla="val 921"/>
            </a:avLst>
          </a:prstGeom>
          <a:solidFill>
            <a:srgbClr val="3F4652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1938814"/>
            <a:ext cx="3778210" cy="2387084"/>
          </a:xfrm>
          <a:prstGeom prst="roundRect">
            <a:avLst>
              <a:gd name="adj" fmla="val 1425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2165628"/>
            <a:ext cx="2984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Symptom Input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3010376"/>
            <a:ext cx="2984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processing of user-entered symptoms for rapid feedback.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058400" y="1938814"/>
            <a:ext cx="3778210" cy="2387084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0" y="1938814"/>
            <a:ext cx="30480" cy="2387084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0" name="Text 7"/>
          <p:cNvSpPr/>
          <p:nvPr/>
        </p:nvSpPr>
        <p:spPr>
          <a:xfrm>
            <a:off x="10625376" y="2165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ML-Based Prediction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625376" y="2656046"/>
            <a:ext cx="2984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disease prediction driven by a well-trained machine learning model.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774912" y="2848808"/>
            <a:ext cx="566976" cy="566976"/>
          </a:xfrm>
          <a:prstGeom prst="roundRect">
            <a:avLst>
              <a:gd name="adj" fmla="val 6001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16597" y="2990493"/>
            <a:ext cx="283488" cy="283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80190" y="4325898"/>
            <a:ext cx="7556421" cy="1306949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0190" y="4325898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6" name="Text 12"/>
          <p:cNvSpPr/>
          <p:nvPr/>
        </p:nvSpPr>
        <p:spPr>
          <a:xfrm>
            <a:off x="6507004" y="4552712"/>
            <a:ext cx="3352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User-Friendly Responses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507004" y="5043130"/>
            <a:ext cx="6762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Clear, concise, and easy-to-understand preliminary health insights.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6280190" y="588799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demo will showcase the full user journey, from typing symptoms to receiving a predictive output, highlighting the seamless integration of our components. All necessary datasets and dependencies are included in the project's requirements for easy replication.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2C7A8B-1D1D-FB45-70A5-C43933E816B7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E275-3712-7D93-0DDF-4DEE132F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9F7A2DB-CCF0-EB7D-346B-2A5354A15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1FD7D9-2187-4B5A-291A-D0B2A816AC02}"/>
              </a:ext>
            </a:extLst>
          </p:cNvPr>
          <p:cNvSpPr/>
          <p:nvPr/>
        </p:nvSpPr>
        <p:spPr>
          <a:xfrm>
            <a:off x="6280190" y="889873"/>
            <a:ext cx="70700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&amp; Demo Flow</a:t>
            </a:r>
            <a:endParaRPr lang="en-US" sz="44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79C214D-69D1-16F3-777F-2165CC575027}"/>
              </a:ext>
            </a:extLst>
          </p:cNvPr>
          <p:cNvSpPr/>
          <p:nvPr/>
        </p:nvSpPr>
        <p:spPr>
          <a:xfrm>
            <a:off x="6280190" y="588799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83EE1D-736D-7321-79C8-D3D366912F47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C5E75160-F3EF-0FC2-4F28-3F37A706A978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7693377" y="4419599"/>
            <a:ext cx="3189111" cy="318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AB058D-0232-EFDE-934C-453E56A31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20" y="1834895"/>
            <a:ext cx="7802880" cy="51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8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9678" y="529114"/>
            <a:ext cx="6419493" cy="60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Feasibility &amp; Societal Impact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29678" y="1611392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Feasibility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229678" y="2104430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Python-based Architecture: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Ensures ease of deployment and maintenance.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29678" y="2787253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Cost &amp; Open-Source: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Leverages readily available tools and libraries, making it accessible for wider adoption.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9678" y="3470077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Modular design allows for future enhancements and data integration.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9678" y="4278035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Societal Impact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29678" y="4771073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Awareness: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Facilitates preliminary understanding of potential health issues, encouraging timely medical attention.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9678" y="5453896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Education: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Empowers users with information about symptoms and associated conditions.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9678" y="6136719"/>
            <a:ext cx="58508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Complementary Tool: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Acts as a valuable preliminary resource, not a diagnostic replacement.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492" y="1635443"/>
            <a:ext cx="5850850" cy="5850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A4D124-7074-05D1-FA3E-405E4646C7B7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5390" y="2110303"/>
            <a:ext cx="71947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95390" y="3159244"/>
            <a:ext cx="8324810" cy="310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Group-08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</a:t>
            </a:r>
          </a:p>
          <a:p>
            <a:pPr marL="285750" indent="-28575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S. RAJKUMAR - 2310030041</a:t>
            </a:r>
          </a:p>
          <a:p>
            <a:pPr marL="285750" indent="-28575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C. </a:t>
            </a:r>
            <a:r>
              <a:rPr lang="en-US" sz="175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SREENEEL - 2310030065</a:t>
            </a: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P. SAI PRANEETH - 2310030250</a:t>
            </a:r>
          </a:p>
          <a:p>
            <a:pPr marL="285750" indent="-28575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K. CHARANDEEP - 2310030307</a:t>
            </a:r>
          </a:p>
          <a:p>
            <a:pPr marL="285750" indent="-28575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A.RAHUL - 2310030450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855E6-8C14-E160-63E5-D15E3A5D28BE}"/>
              </a:ext>
            </a:extLst>
          </p:cNvPr>
          <p:cNvSpPr/>
          <p:nvPr/>
        </p:nvSpPr>
        <p:spPr>
          <a:xfrm>
            <a:off x="12801600" y="7720314"/>
            <a:ext cx="1828800" cy="50928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470</Words>
  <Application>Microsoft Office PowerPoint</Application>
  <PresentationFormat>Custom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Slab</vt:lpstr>
      <vt:lpstr>Consolas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praneeth</cp:lastModifiedBy>
  <cp:revision>10</cp:revision>
  <dcterms:created xsi:type="dcterms:W3CDTF">2026-01-22T08:28:46Z</dcterms:created>
  <dcterms:modified xsi:type="dcterms:W3CDTF">2026-01-23T05:45:24Z</dcterms:modified>
</cp:coreProperties>
</file>